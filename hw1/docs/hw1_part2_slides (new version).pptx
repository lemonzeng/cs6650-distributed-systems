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sca_esv=76156e36b6817723&amp;rlz=1C5AJCO_enUS1194US1197&amp;sxsrf=ANbL-n7nC9ifLYmlVqSk-uBdH9EPaa0yLA:1769189932291&amp;q=irregular&amp;si=AL3DRZENm3Vb5fKAKJGBSnAO98GGeRtwj2j-1wgp7TgbfHCrpdtgzxvzAw0HIIV7HbcMFaRyUiA1-ERtKw18mW789VWwp6ZKXOeJzUop5gwPS4XKlauUxHc%3D&amp;expnd=1&amp;sa=X&amp;ved=2ahUKEwi-itGLmqKSAxXVweYEHTAMLbgQyecJegQIMBBK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jitter: /ˈjidər/</a:t>
            </a:r>
            <a:r>
              <a:rPr lang="en-US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slight </a:t>
            </a:r>
            <a:r>
              <a:rPr lang="en-US" sz="120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irregular</a:t>
            </a:r>
            <a:r>
              <a:rPr lang="en-US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movement, variation, or unsteadiness, especially in an electrical signal or electronic device.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"Security is handled by 'Security Groups.' Think of this as a guard at the door. I allowed Port 22 for SSH access.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If I go to a coffee shop or school, my IP address changes, and the guard won't recognize me. I have to go back to the AWS console and update my IP to maintain my connection."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"We are using a t2.micro instance. It only has 1GB of RAM—very small! We must be careful not to crash it with too much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It also uses a 'Credit System' for the CPU. If we run a very long and heavy test, we might run out of credits, and AWS will 'put on the brakes' or throttle our speed."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"Comparing the two, AWS feels like a 'manual transmission car.' I had to handle keys, file permissions, and firewall rules myself. This was harder but taught me exactly how the 'piping' of the internet works.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GCP is often more like an 'automatic car'—it hides these details to make it faster to start, but you learn less about the underlying infrastructure."</a:t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"In my performance tests, I observed a 'Long Tail.' This means while most requests were fast (around 60ms), a few were much slower (over 150ms).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 scatter plot showed random spikes. This isn't usually my code's fault; it's often 'network jitter' or the Go language doing its background cleaning (Garbage Collection)."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"If we had 100 users at the same time instead of 1, this tiny server would struggle. The CPU would spend more time switching between users than actually working.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To find out if a delay is caused by the 'Road' (Network) or the 'Kitchen' (Server), I can check server logs or test locally inside the machine to remove the network variable."</a:t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110490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571500"/>
            <a:ext cx="11601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E3A8A"/>
                </a:solidFill>
                <a:latin typeface="Urbanist"/>
                <a:ea typeface="Urbanist"/>
                <a:cs typeface="Urbanist"/>
                <a:sym typeface="Urbanist"/>
              </a:rPr>
              <a:t>Transitioning to the Cloud:</a:t>
            </a:r>
            <a:endParaRPr b="1" sz="6000">
              <a:solidFill>
                <a:srgbClr val="1E3A8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E3A8A"/>
                </a:solidFill>
                <a:latin typeface="Urbanist"/>
                <a:ea typeface="Urbanist"/>
                <a:cs typeface="Urbanist"/>
                <a:sym typeface="Urbanist"/>
              </a:rPr>
              <a:t>Deploying Go-Gin on AWS EC2</a:t>
            </a:r>
            <a:endParaRPr b="1" sz="6000">
              <a:solidFill>
                <a:srgbClr val="1E3A8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406775" y="3043500"/>
            <a:ext cx="101316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Objective: Migrate a local Go-Gin REST API (HW1a) to AWS EC2</a:t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–Bridge the gap between local execution and cloud deployment</a:t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–Backend: Go-Gin framework</a:t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–Infrastructure: AWS EC2 (Amazon Linux 2023)</a:t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–Deployment: Cross-compilation and SCP</a:t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UNDERSTANDING VIRTUAL MACHINES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1669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VM vs. Local Execution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2576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Virtual Machine (VM)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is a software-defined computer that runs on a physical server via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Hypervisor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62750" y="3338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Resource Sharing: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VMs share physical CPU and RAM with other tenants ("Noisy Neighbors").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4100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Environment: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Local runs have direct hardware access; VMs add a virtualization layer.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4862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Latency: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Cloud environments introduce network jitter that local runs usually don't have.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38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100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862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4500" y="1718251"/>
            <a:ext cx="4396176" cy="435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MANAGING NETWORK SECURITY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669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SSH Access &amp; Security Groups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5765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AWS uses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Security Groups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as a virtual firewall to control inbound and outbound traffic.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3338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Dynamic IPs: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If your local Wi-Fi changes, you must update the Port 22 source in AWS.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4100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Least Privilege: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Restricting access to "My IP" is safer than allowing "0.0.0.0/0".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8625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SSH Handshake: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Uses Key Pairs (.pem) to authenticate the remote terminal session.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38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0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6251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538162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90775"/>
            <a:ext cx="538162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8384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2838450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STATIC IP &amp; COST MANAGEMENT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3457575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Address Persistence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3971925"/>
            <a:ext cx="4619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By default, EC2 public IPs change on every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Restart/Stop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An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Elastic IP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provides a permanent address for your backend service.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619875" y="3457575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Cost Logic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19875" y="3971925"/>
            <a:ext cx="4619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AWS charges for Elastic IPs that are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Idle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or unattached. This encourages efficient use of limited IPv4 resources in the cloud.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52387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90775"/>
            <a:ext cx="52387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838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838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PERFORMANCE SPECS &amp; SLAS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3457575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t2.micro Specs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971925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1 vCPU and 1 GiB RAM. This tiny footprint means we must optimize memory usage to avoid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Out of Memory (OOM)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errors.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62750" y="3457575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CPU Credits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3971925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These instances earn credits over time. If your performance testing is too intense, credits run out and the CPU is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Throttled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(slowed down).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00100" y="571500"/>
            <a:ext cx="49606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AWS VS. GCP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5479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IaaS vs. PaaS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95751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AWS (Manual Control):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Requires manual setup of keys, scp, and firewalls. It provides deep insight into infrastructure layers.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19576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GCP (Automated Ease):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Often offers more integrated browser-based tools, hiding the complexity of underlying connectivity.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679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DATA DISTRIBUTION &amp; LONG TAIL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476425" y="1687762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Part III Observations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857425" y="2059237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Long Tail: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Histograms show a peak at 60ms, but a "tail" stretching to 160ms+.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857425" y="2821237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Consistency: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Random spikes in the scatter plot indicate non-deterministic network jitter.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857425" y="3583237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P50(</a:t>
            </a:r>
            <a:r>
              <a:rPr b="1"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~60ms)</a:t>
            </a:r>
            <a:r>
              <a:rPr b="1"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vs P95(</a:t>
            </a:r>
            <a:r>
              <a:rPr b="1"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140ms+)</a:t>
            </a:r>
            <a:r>
              <a:rPr b="1"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 large gap co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nfirms high variability in user experience.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738" y="2153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738" y="2915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9738" y="3677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800" y="1799875"/>
            <a:ext cx="5828726" cy="325824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857425" y="4160425"/>
            <a:ext cx="44637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–Causes: network jitter, Go GC pauses, resource contention</a:t>
            </a:r>
            <a:endParaRPr sz="1500">
              <a:solidFill>
                <a:srgbClr val="475569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–Small EC2 instances amplify tail latency</a:t>
            </a:r>
            <a:endParaRPr sz="1500">
              <a:solidFill>
                <a:srgbClr val="475569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–Distributed systems optimize for high percentiles</a:t>
            </a:r>
            <a:endParaRPr sz="1500">
              <a:solidFill>
                <a:srgbClr val="47556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1750"/>
            <a:ext cx="538162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71750"/>
            <a:ext cx="53816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800100" y="571500"/>
            <a:ext cx="11361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SCALING &amp; LATENCY DIAGNOSIS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952500" y="2990850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Scaling to 100 Users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52500" y="3505200"/>
            <a:ext cx="4619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Concurrent users would saturate the 1vCPU. Latency (P99) would rise exponentially as the system spends more time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Context Switching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than processing requests.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619875" y="2990850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Network vs. Processing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19875" y="3505200"/>
            <a:ext cx="4619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Investigation methods: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1.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Server-side logs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to isolate processing time.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2.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Localhost curl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to eliminate network latency.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3.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Traceroute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to find "hops" with delays.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