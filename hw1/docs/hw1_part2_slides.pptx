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9"/>
  </p:normalViewPr>
  <p:slideViewPr>
    <p:cSldViewPr snapToGrid="0" snapToObjects="1">
      <p:cViewPr varScale="1">
        <p:scale>
          <a:sx n="108" d="100"/>
          <a:sy n="108" d="100"/>
        </p:scale>
        <p:origin x="1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32561"/>
            <a:ext cx="8473044" cy="3976729"/>
          </a:xfrm>
        </p:spPr>
        <p:txBody>
          <a:bodyPr/>
          <a:lstStyle/>
          <a:p>
            <a:pPr marL="0" indent="0">
              <a:buNone/>
            </a:pPr>
            <a:r>
              <a:rPr sz="2400" dirty="0"/>
              <a:t>Objective: Migrate a local Go-Gin REST API (HW1a) to AWS EC2</a:t>
            </a:r>
          </a:p>
          <a:p>
            <a:pPr lvl="1"/>
            <a:r>
              <a:rPr sz="2400" dirty="0"/>
              <a:t>Bridge the gap between local execution and cloud deployment</a:t>
            </a:r>
          </a:p>
          <a:p>
            <a:pPr lvl="1"/>
            <a:r>
              <a:rPr sz="2400" dirty="0"/>
              <a:t>Backend: Go-Gin framework</a:t>
            </a:r>
          </a:p>
          <a:p>
            <a:pPr lvl="1"/>
            <a:r>
              <a:rPr sz="2400" dirty="0"/>
              <a:t>Infrastructure: AWS EC2 (Amazon Linux 2023)</a:t>
            </a:r>
          </a:p>
          <a:p>
            <a:pPr lvl="1"/>
            <a:r>
              <a:rPr sz="2400" dirty="0"/>
              <a:t>Deployment: Cross-compilation and SCP</a:t>
            </a:r>
          </a:p>
          <a:p>
            <a:pPr lvl="1"/>
            <a:r>
              <a:rPr sz="2400" dirty="0"/>
              <a:t>Key achievement: Resolved public access and security group issues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837"/>
            <a:ext cx="8229600" cy="1143000"/>
          </a:xfrm>
        </p:spPr>
        <p:txBody>
          <a:bodyPr>
            <a:noAutofit/>
          </a:bodyPr>
          <a:lstStyle/>
          <a:p>
            <a:r>
              <a:rPr sz="4000" dirty="0"/>
              <a:t>Transitioning to the Cloud: </a:t>
            </a:r>
            <a:br>
              <a:rPr lang="en-US" sz="4000" dirty="0"/>
            </a:br>
            <a:r>
              <a:rPr sz="4000" dirty="0"/>
              <a:t>Deploying Go-Gin on AWS EC2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4649"/>
            <a:ext cx="8229600" cy="1143000"/>
          </a:xfrm>
        </p:spPr>
        <p:txBody>
          <a:bodyPr>
            <a:noAutofit/>
          </a:bodyPr>
          <a:lstStyle/>
          <a:p>
            <a:r>
              <a:rPr sz="4000" dirty="0"/>
              <a:t> Virtual Machine (VM)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707" y="2146465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sz="2400" dirty="0"/>
              <a:t>A VM is a software-defined computer running on physical hardware via a hypervisor</a:t>
            </a:r>
          </a:p>
          <a:p>
            <a:pPr lvl="1"/>
            <a:r>
              <a:rPr sz="2400" dirty="0"/>
              <a:t>Provides hardware isolation across multiple instances</a:t>
            </a:r>
          </a:p>
          <a:p>
            <a:pPr lvl="1"/>
            <a:r>
              <a:rPr sz="2400" dirty="0"/>
              <a:t>Local execution: predictable but not scalable</a:t>
            </a:r>
          </a:p>
          <a:p>
            <a:pPr lvl="1"/>
            <a:r>
              <a:rPr sz="2400" dirty="0"/>
              <a:t>EC2 execution: shared resources and possible noisy neighbors</a:t>
            </a:r>
          </a:p>
          <a:p>
            <a:pPr lvl="1"/>
            <a:r>
              <a:rPr sz="2400" dirty="0"/>
              <a:t>t2.micro limits: 1 vCPU, 1 GiB RAM</a:t>
            </a:r>
          </a:p>
          <a:p>
            <a:pPr lvl="1"/>
            <a:r>
              <a:rPr sz="2400" dirty="0"/>
              <a:t>Understanding limits helps prevent CPU throttling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54648"/>
            <a:ext cx="9256816" cy="1143000"/>
          </a:xfrm>
        </p:spPr>
        <p:txBody>
          <a:bodyPr>
            <a:noAutofit/>
          </a:bodyPr>
          <a:lstStyle/>
          <a:p>
            <a:r>
              <a:rPr sz="4000" dirty="0"/>
              <a:t>Securing and Accessing Distributed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332" y="233203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Security Groups act as virtual firewalls</a:t>
            </a:r>
          </a:p>
          <a:p>
            <a:pPr lvl="1"/>
            <a:r>
              <a:rPr sz="2400" dirty="0"/>
              <a:t>Port 22 (SSH) for management, Port 8080 for application traffic</a:t>
            </a:r>
          </a:p>
          <a:p>
            <a:pPr lvl="1"/>
            <a:r>
              <a:rPr sz="2400" dirty="0"/>
              <a:t>Application must bind to 0.0.0.0:8080</a:t>
            </a:r>
          </a:p>
          <a:p>
            <a:pPr lvl="1"/>
            <a:r>
              <a:rPr sz="2400" dirty="0"/>
              <a:t>Public IP changes on restart can break clients</a:t>
            </a:r>
          </a:p>
          <a:p>
            <a:pPr lvl="1"/>
            <a:r>
              <a:rPr sz="2400" dirty="0"/>
              <a:t>Elastic IP provides a stable public address</a:t>
            </a:r>
          </a:p>
          <a:p>
            <a:pPr lvl="1"/>
            <a:r>
              <a:rPr sz="2400" dirty="0"/>
              <a:t>Restricting SSH to 'My IP' improves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284" y="749651"/>
            <a:ext cx="8817429" cy="1143000"/>
          </a:xfrm>
        </p:spPr>
        <p:txBody>
          <a:bodyPr>
            <a:normAutofit fontScale="90000"/>
          </a:bodyPr>
          <a:lstStyle/>
          <a:p>
            <a:r>
              <a:rPr dirty="0"/>
              <a:t>Decoding the Long Tail in Response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113" y="233203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30-second load test reveals long-tail latency</a:t>
            </a:r>
          </a:p>
          <a:p>
            <a:pPr lvl="1"/>
            <a:r>
              <a:rPr sz="2400" dirty="0"/>
              <a:t>Median (P50): ~60ms</a:t>
            </a:r>
          </a:p>
          <a:p>
            <a:pPr lvl="1"/>
            <a:r>
              <a:rPr sz="2400" dirty="0"/>
              <a:t>Tail latency (P99): 140ms+</a:t>
            </a:r>
          </a:p>
          <a:p>
            <a:pPr lvl="1"/>
            <a:r>
              <a:rPr sz="2400" dirty="0"/>
              <a:t>Causes: network jitter, Go GC pauses, resource contention</a:t>
            </a:r>
          </a:p>
          <a:p>
            <a:pPr lvl="1"/>
            <a:r>
              <a:rPr sz="2400" dirty="0"/>
              <a:t>Small EC2 instances amplify tail latency</a:t>
            </a:r>
          </a:p>
          <a:p>
            <a:pPr lvl="1"/>
            <a:r>
              <a:rPr sz="2400" dirty="0"/>
              <a:t>Distributed systems optimize for high percentiles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7152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Lessons Learned: </a:t>
            </a:r>
            <a:br>
              <a:rPr lang="en-US" dirty="0"/>
            </a:br>
            <a:r>
              <a:rPr dirty="0"/>
              <a:t>AWS vs. GCP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AWS offers fine-grained control via VPCs and security groups</a:t>
            </a:r>
          </a:p>
          <a:p>
            <a:pPr lvl="1"/>
            <a:r>
              <a:rPr sz="2400" dirty="0"/>
              <a:t>GCP is more abstracted but easier to start</a:t>
            </a:r>
          </a:p>
          <a:p>
            <a:pPr lvl="1"/>
            <a:r>
              <a:rPr sz="2400" dirty="0"/>
              <a:t>Load balancers distribute traffic across instances</a:t>
            </a:r>
          </a:p>
          <a:p>
            <a:pPr lvl="1"/>
            <a:r>
              <a:rPr sz="2400" dirty="0"/>
              <a:t>Auto scaling reacts to CPU and traffic demand</a:t>
            </a:r>
          </a:p>
          <a:p>
            <a:pPr lvl="1"/>
            <a:r>
              <a:rPr sz="2400" dirty="0"/>
              <a:t>Distributed systems involve both code and environment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271</Words>
  <Application>Microsoft Macintosh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Transitioning to the Cloud:  Deploying Go-Gin on AWS EC2</vt:lpstr>
      <vt:lpstr> Virtual Machine (VM) Infrastructure</vt:lpstr>
      <vt:lpstr>Securing and Accessing Distributed System</vt:lpstr>
      <vt:lpstr>Decoding the Long Tail in Response Times</vt:lpstr>
      <vt:lpstr>Lessons Learned:  AWS vs. GCP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Yumeng Zeng</cp:lastModifiedBy>
  <cp:revision>2</cp:revision>
  <dcterms:created xsi:type="dcterms:W3CDTF">2013-01-27T09:14:16Z</dcterms:created>
  <dcterms:modified xsi:type="dcterms:W3CDTF">2026-01-19T11:30:17Z</dcterms:modified>
  <cp:category/>
</cp:coreProperties>
</file>